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147" r:id="rId2"/>
  </p:sldIdLst>
  <p:sldSz cx="9144000" cy="6858000" type="screen4x3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00FF"/>
    <a:srgbClr val="003A89"/>
    <a:srgbClr val="CCFFCC"/>
    <a:srgbClr val="66FF66"/>
    <a:srgbClr val="000000"/>
    <a:srgbClr val="FFFF99"/>
    <a:srgbClr val="FFFF00"/>
    <a:srgbClr val="FDEADA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1" autoAdjust="0"/>
    <p:restoredTop sz="86813" autoAdjust="0"/>
  </p:normalViewPr>
  <p:slideViewPr>
    <p:cSldViewPr>
      <p:cViewPr varScale="1">
        <p:scale>
          <a:sx n="81" d="100"/>
          <a:sy n="81" d="100"/>
        </p:scale>
        <p:origin x="1065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84" d="100"/>
          <a:sy n="84" d="100"/>
        </p:scale>
        <p:origin x="-1620" y="73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C41AD6A-4BB0-440A-8DD1-608BFD4747CB}" type="datetimeFigureOut">
              <a:rPr lang="zh-CN" altLang="en-US" smtClean="0"/>
              <a:t>2024-11-15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4CB138C-6F80-4B6E-A014-C120560A5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187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D9148D7-FB2B-4957-8C67-CD2B50AD8679}" type="datetimeFigureOut">
              <a:rPr lang="zh-CN" altLang="en-US" smtClean="0"/>
              <a:t>2024-11-15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C3C408C-91E2-4EF7-92A9-F4885029B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6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FA61E-2CCE-C74E-98B1-E0A26C529748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E143F-4CCF-3549-B82D-71843F427B9E}"/>
              </a:ext>
            </a:extLst>
          </p:cNvPr>
          <p:cNvSpPr txBox="1"/>
          <p:nvPr userDrawn="1"/>
        </p:nvSpPr>
        <p:spPr>
          <a:xfrm>
            <a:off x="5222" y="6583363"/>
            <a:ext cx="1398426" cy="2746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000" dirty="0">
                <a:solidFill>
                  <a:srgbClr val="003A89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北京邮电大学</a:t>
            </a:r>
            <a:endParaRPr lang="en-US" sz="1000" dirty="0">
              <a:solidFill>
                <a:srgbClr val="003A89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677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>
            <a:lvl1pPr algn="l">
              <a:defRPr sz="2800" strike="noStrike" baseline="0">
                <a:solidFill>
                  <a:srgbClr val="0000FF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1pPr>
            <a:lvl2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2pPr>
            <a:lvl3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3pPr>
            <a:lvl4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12F8-874F-8B49-A0A9-B32EDF12A8EA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1D78B4-FE9C-2C43-97CD-4008970B64CE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03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D65EE-D00E-374D-B78C-D4BCD2202433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80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C3D8-58D3-0C4E-BB31-A7103FB2E9A4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BBFBEF3-36A1-4540-A1B8-E23336A3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8B528-1BB5-594D-8B88-53D2025E2E51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064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226B-7BB8-884D-8C93-92C375F177CB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CCF6D3F-2DB0-5A40-AB41-1B094915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820436-88A4-F34A-AA50-F7E1B7CC2DF7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16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6B32-E752-094A-A8E6-66DC214153B6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AD342E5-6ECB-0247-9417-53A1159ED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71C809-4D9B-CF4D-8188-577F62601D04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65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CB184-1747-3C4F-8976-E19FBF6FBBE0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3324EF-E2A8-B34E-AC17-904C2D5A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283924-CC82-3349-AEF5-3F1AD4098375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96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636E1-070B-7148-B06B-69698075D10B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867B7D-A638-394A-9097-E30EDC166908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01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22D4C-965A-8C47-B68D-A3561E036FE0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108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EB375-FF1B-FB4D-BA82-4911E2CB7C40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50866A-CD1D-5046-BE5B-CD7ADA17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A0A0FB-A5E2-1643-BA2E-37E6122D8B84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512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A52B6-7082-1246-BEF7-43B92D62EDA6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DAB183-1B48-934C-9639-EE56991AA729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76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56F7F-94C5-794C-974F-900110E01564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044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9296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27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05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D6FC3-B0C4-274B-B3A6-F28466EB1569}" type="datetime1">
              <a:rPr lang="en-US" altLang="zh-CN" smtClean="0"/>
              <a:t>11/15/2024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83362"/>
            <a:ext cx="1403648" cy="268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003A89"/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r>
              <a:rPr lang="zh-CN" altLang="en-US"/>
              <a:t>北京邮电大学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352" y="6583362"/>
            <a:ext cx="1403648" cy="268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BF9A1D82-A967-4BC1-A576-AD1CE0B149C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8FC8DF-D84E-5A44-A2B8-C86E8B63E04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2912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80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 baseline="0">
          <a:solidFill>
            <a:schemeClr val="tx1"/>
          </a:solidFill>
          <a:latin typeface="+mj-lt"/>
          <a:ea typeface="Microsoft YaHei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编程作业</a:t>
            </a:r>
          </a:p>
        </p:txBody>
      </p:sp>
      <p:sp>
        <p:nvSpPr>
          <p:cNvPr id="246786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利用</a:t>
            </a:r>
            <a:r>
              <a:rPr lang="zh-CN" altLang="en-US" dirty="0"/>
              <a:t>动态规划算法解决</a:t>
            </a:r>
            <a:r>
              <a:rPr lang="en-US" altLang="zh-CN" dirty="0"/>
              <a:t>0-1</a:t>
            </a:r>
            <a:r>
              <a:rPr lang="zh-CN" altLang="en-US" dirty="0"/>
              <a:t>背包问题：</a:t>
            </a:r>
          </a:p>
          <a:p>
            <a:r>
              <a:rPr lang="zh-CN" altLang="en-US" dirty="0"/>
              <a:t>要求：</a:t>
            </a:r>
          </a:p>
          <a:p>
            <a:pPr lvl="1"/>
            <a:r>
              <a:rPr lang="zh-CN" altLang="en-US" dirty="0"/>
              <a:t>算出最优解，给出最优组合。</a:t>
            </a:r>
          </a:p>
          <a:p>
            <a:pPr lvl="1"/>
            <a:r>
              <a:rPr lang="zh-CN" altLang="en-US" dirty="0"/>
              <a:t>实现基本算法，调试成功；</a:t>
            </a:r>
          </a:p>
          <a:p>
            <a:pPr lvl="1"/>
            <a:r>
              <a:rPr lang="zh-CN" altLang="en-US" dirty="0"/>
              <a:t>实现改进算法，调试成功。</a:t>
            </a:r>
            <a:r>
              <a:rPr lang="en-US" altLang="zh-CN" dirty="0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9BD3C0-D58A-1246-938D-918D59847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</p:spTree>
    <p:extLst>
      <p:ext uri="{BB962C8B-B14F-4D97-AF65-F5344CB8AC3E}">
        <p14:creationId xmlns:p14="http://schemas.microsoft.com/office/powerpoint/2010/main" val="2397305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87126</TotalTime>
  <Words>36</Words>
  <Application>Microsoft Office PowerPoint</Application>
  <PresentationFormat>全屏显示(4:3)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SimHei</vt:lpstr>
      <vt:lpstr>KaiTi_GB2312</vt:lpstr>
      <vt:lpstr>宋体</vt:lpstr>
      <vt:lpstr>Microsoft YaHei</vt:lpstr>
      <vt:lpstr>Arial</vt:lpstr>
      <vt:lpstr>Calibri</vt:lpstr>
      <vt:lpstr>Consolas</vt:lpstr>
      <vt:lpstr>Times New Roman</vt:lpstr>
      <vt:lpstr>Office Theme</vt:lpstr>
      <vt:lpstr>编程作业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 and Communication Efficient  Graph Processing with Distributed Immutable Vies</dc:title>
  <dc:creator>Rong</dc:creator>
  <cp:lastModifiedBy>Yingxia Shao</cp:lastModifiedBy>
  <cp:revision>2262</cp:revision>
  <cp:lastPrinted>2020-11-05T02:14:44Z</cp:lastPrinted>
  <dcterms:created xsi:type="dcterms:W3CDTF">2014-06-08T07:41:21Z</dcterms:created>
  <dcterms:modified xsi:type="dcterms:W3CDTF">2024-11-15T08:12:58Z</dcterms:modified>
</cp:coreProperties>
</file>