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167" d="100"/>
          <a:sy n="167" d="100"/>
        </p:scale>
        <p:origin x="156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32923-A9F1-9049-A594-328237C87320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E143F-4CCF-3549-B82D-71843F427B9E}"/>
              </a:ext>
            </a:extLst>
          </p:cNvPr>
          <p:cNvSpPr txBox="1"/>
          <p:nvPr userDrawn="1"/>
        </p:nvSpPr>
        <p:spPr>
          <a:xfrm>
            <a:off x="5222" y="6583363"/>
            <a:ext cx="1398426" cy="2746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750" dirty="0">
                <a:solidFill>
                  <a:srgbClr val="003A89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北京邮电大学</a:t>
            </a:r>
            <a:endParaRPr lang="en-US" sz="750" dirty="0">
              <a:solidFill>
                <a:srgbClr val="003A89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6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>
            <a:normAutofit/>
          </a:bodyPr>
          <a:lstStyle>
            <a:lvl1pPr algn="l">
              <a:defRPr sz="2100" strike="noStrike" baseline="0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70"/>
            <a:ext cx="8229600" cy="4525963"/>
          </a:xfrm>
        </p:spPr>
        <p:txBody>
          <a:bodyPr/>
          <a:lstStyle>
            <a:lvl1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1pPr>
            <a:lvl2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2pPr>
            <a:lvl3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3pPr>
            <a:lvl4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4pPr>
            <a:lvl5pPr>
              <a:defRPr baseline="0">
                <a:latin typeface="Times New Roman" panose="02020603050405020304" pitchFamily="18" charset="0"/>
                <a:ea typeface="KaiTi_GB2312" panose="0201060903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03E94-BD7F-684B-BA82-AAB538965269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1D78B4-FE9C-2C43-97CD-4008970B64CE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52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F2D1-CDA5-7541-9FEF-21DB2F13E2A8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09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37AEF-3951-FF44-AAF7-70FAFD2E6487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BFBEF3-36A1-4540-A1B8-E23336A3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8B528-1BB5-594D-8B88-53D2025E2E51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58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04019-E6C2-5A41-8C92-2A5D24BE1951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CCF6D3F-2DB0-5A40-AB41-1B094915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820436-88A4-F34A-AA50-F7E1B7CC2DF7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06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C7EBE-2183-7A4A-AED1-EE02E10F69E4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D342E5-6ECB-0247-9417-53A1159ED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71C809-4D9B-CF4D-8188-577F62601D04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89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E1B3B-E3E8-1E48-82A3-538D8D7DB716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3324EF-E2A8-B34E-AC17-904C2D5A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283924-CC82-3349-AEF5-3F1AD4098375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71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68E5-9DC9-6446-964A-F73A86ADFA4F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867B7D-A638-394A-9097-E30EDC166908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26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699CD-A320-0B4B-85D7-300C99F46427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82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3BA0-DB71-8C4A-945B-611C3DFB9975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50866A-CD1D-5046-BE5B-CD7ADA17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A0A0FB-A5E2-1643-BA2E-37E6122D8B84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0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400D4-2BF6-9A4F-B186-B4FC36C0D0D2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A1D82-A967-4BC1-A576-AD1CE0B149C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DAB183-1B48-934C-9639-EE56991AA729}"/>
              </a:ext>
            </a:extLst>
          </p:cNvPr>
          <p:cNvSpPr/>
          <p:nvPr userDrawn="1"/>
        </p:nvSpPr>
        <p:spPr>
          <a:xfrm>
            <a:off x="0" y="337220"/>
            <a:ext cx="288000" cy="5760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4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93B2-9B85-894B-B856-9018008A73F2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85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168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77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5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998BD7-389D-5D41-8F60-66A96DD19723}" type="datetime1">
              <a:rPr lang="en-US" altLang="zh-CN" smtClean="0"/>
              <a:t>11/25/2025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北京邮电大学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8EFE8F-3B84-4200-B6D7-7428E3930FD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989706"/>
      </p:ext>
    </p:extLst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604C5-244C-A048-AE55-C3F0ABD105E8}" type="datetime1">
              <a:rPr lang="en-US" altLang="zh-CN" smtClean="0"/>
              <a:t>11/25/2025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北京邮电大学</a:t>
            </a: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A5012F-645A-4364-84A2-FF4BAF75986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2655897"/>
      </p:ext>
    </p:extLst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390F2-6821-A941-B469-B5A6103AC040}" type="datetime1">
              <a:rPr lang="en-US" altLang="zh-CN" smtClean="0"/>
              <a:t>11/25/2025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北京邮电大学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2249A1-A84B-42F7-ACC8-A562C47AC2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3513421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7763F-E1F3-DD40-8B5E-B7266810990C}" type="datetime1">
              <a:rPr lang="en-US" altLang="zh-CN" smtClean="0"/>
              <a:t>11/25/2025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" y="6583362"/>
            <a:ext cx="1403648" cy="268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rgbClr val="003A89"/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r>
              <a:rPr lang="zh-CN" altLang="en-US"/>
              <a:t>北京邮电大学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352" y="6583362"/>
            <a:ext cx="1403648" cy="2689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BF9A1D82-A967-4BC1-A576-AD1CE0B149C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FC8DF-D84E-5A44-A2B8-C86E8B63E04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22912"/>
            <a:ext cx="432000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5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dt="0"/>
  <p:txStyles>
    <p:titleStyle>
      <a:lvl1pPr algn="ctr" defTabSz="685800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Microsoft YaHei" panose="020B0503020204020204" pitchFamily="34" charset="-122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 baseline="0">
          <a:solidFill>
            <a:schemeClr val="tx1"/>
          </a:solidFill>
          <a:latin typeface="+mn-lt"/>
          <a:ea typeface="Microsoft YaHei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1800">
                <a:solidFill>
                  <a:srgbClr val="3907F1"/>
                </a:solidFill>
              </a:rPr>
              <a:t>编程作业</a:t>
            </a:r>
            <a:endParaRPr lang="zh-CN" altLang="en-US" sz="1800" dirty="0">
              <a:solidFill>
                <a:srgbClr val="3907F1"/>
              </a:solidFill>
            </a:endParaRP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100" dirty="0"/>
              <a:t>编程实现</a:t>
            </a:r>
            <a:endParaRPr lang="en-US" altLang="zh-CN" sz="2100" dirty="0"/>
          </a:p>
          <a:p>
            <a:pPr lvl="1"/>
            <a:r>
              <a:rPr lang="zh-CN" altLang="en-US" sz="1800" dirty="0"/>
              <a:t>实现哈夫曼编码算法</a:t>
            </a:r>
            <a:endParaRPr lang="en-US" altLang="zh-CN" sz="1800" dirty="0"/>
          </a:p>
          <a:p>
            <a:pPr lvl="1"/>
            <a:r>
              <a:rPr lang="zh-CN" altLang="en-US" sz="1800" dirty="0"/>
              <a:t>算法实现单源最短路</a:t>
            </a:r>
            <a:r>
              <a:rPr lang="en-US" altLang="zh-CN" sz="1800" dirty="0"/>
              <a:t>Dijkstra</a:t>
            </a:r>
            <a:r>
              <a:rPr lang="zh-CN" altLang="en-US" sz="1800" dirty="0"/>
              <a:t>算法</a:t>
            </a:r>
            <a:endParaRPr lang="en-US" altLang="zh-CN" sz="1800" dirty="0"/>
          </a:p>
          <a:p>
            <a:pPr lvl="1"/>
            <a:r>
              <a:rPr lang="zh-CN" altLang="en-US" sz="1800" dirty="0"/>
              <a:t>实现最小生成树</a:t>
            </a:r>
            <a:r>
              <a:rPr lang="en-US" altLang="zh-CN" sz="1800" dirty="0"/>
              <a:t>Prime</a:t>
            </a:r>
            <a:r>
              <a:rPr lang="zh-CN" altLang="en-US" sz="1800" dirty="0"/>
              <a:t>和</a:t>
            </a:r>
            <a:r>
              <a:rPr lang="en-US" altLang="zh-CN" sz="1800" dirty="0"/>
              <a:t>Kruskal</a:t>
            </a:r>
            <a:r>
              <a:rPr lang="zh-CN" altLang="en-US" sz="1800" dirty="0"/>
              <a:t>算法</a:t>
            </a:r>
            <a:endParaRPr lang="en-US" altLang="zh-CN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1347B2-B507-0347-BA1D-6B9E6BA48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北京邮电大学</a:t>
            </a:r>
          </a:p>
        </p:txBody>
      </p:sp>
    </p:spTree>
    <p:extLst>
      <p:ext uri="{BB962C8B-B14F-4D97-AF65-F5344CB8AC3E}">
        <p14:creationId xmlns:p14="http://schemas.microsoft.com/office/powerpoint/2010/main" val="166624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</Words>
  <Application>Microsoft Office PowerPoint</Application>
  <PresentationFormat>全屏显示(4:3)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SimHei</vt:lpstr>
      <vt:lpstr>Arial</vt:lpstr>
      <vt:lpstr>Calibri</vt:lpstr>
      <vt:lpstr>Consolas</vt:lpstr>
      <vt:lpstr>Times New Roman</vt:lpstr>
      <vt:lpstr>Office Theme</vt:lpstr>
      <vt:lpstr>编程作业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Yingxia Shao</dc:creator>
  <cp:lastModifiedBy>Yingxia Shao</cp:lastModifiedBy>
  <cp:revision>3</cp:revision>
  <dcterms:created xsi:type="dcterms:W3CDTF">2024-11-29T09:46:04Z</dcterms:created>
  <dcterms:modified xsi:type="dcterms:W3CDTF">2025-11-25T01:14:21Z</dcterms:modified>
</cp:coreProperties>
</file>