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78" r:id="rId2"/>
  </p:sldIdLst>
  <p:sldSz cx="9144000" cy="6858000" type="screen4x3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003A89"/>
    <a:srgbClr val="CCFFCC"/>
    <a:srgbClr val="66FF66"/>
    <a:srgbClr val="000000"/>
    <a:srgbClr val="FFFF99"/>
    <a:srgbClr val="FFFF00"/>
    <a:srgbClr val="FDEADA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9"/>
    <p:restoredTop sz="86846" autoAdjust="0"/>
  </p:normalViewPr>
  <p:slideViewPr>
    <p:cSldViewPr>
      <p:cViewPr varScale="1">
        <p:scale>
          <a:sx n="81" d="100"/>
          <a:sy n="81" d="100"/>
        </p:scale>
        <p:origin x="1164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84" d="100"/>
          <a:sy n="84" d="100"/>
        </p:scale>
        <p:origin x="-1620" y="7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C41AD6A-4BB0-440A-8DD1-608BFD4747CB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4CB138C-6F80-4B6E-A014-C120560A5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187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D9148D7-FB2B-4957-8C67-CD2B50AD8679}" type="datetimeFigureOut">
              <a:rPr lang="zh-CN" altLang="en-US" smtClean="0"/>
              <a:t>2024-10-17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C3C408C-91E2-4EF7-92A9-F4885029B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C911-4A5B-9B45-B950-F6167DB8C719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E143F-4CCF-3549-B82D-71843F427B9E}"/>
              </a:ext>
            </a:extLst>
          </p:cNvPr>
          <p:cNvSpPr txBox="1"/>
          <p:nvPr userDrawn="1"/>
        </p:nvSpPr>
        <p:spPr>
          <a:xfrm>
            <a:off x="5222" y="6583363"/>
            <a:ext cx="1398426" cy="2746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000" dirty="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北京邮电大学</a:t>
            </a:r>
            <a:endParaRPr lang="en-US" sz="1000" dirty="0">
              <a:solidFill>
                <a:srgbClr val="003A89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67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>
            <a:lvl1pPr algn="l">
              <a:defRPr sz="2800" strike="noStrike" baseline="0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2CD23-D03A-BD44-836A-E0047E23CE79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D78B4-FE9C-2C43-97CD-4008970B64CE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03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88CDF-AF10-1C49-8EA6-9EB335F90C3C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80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9928-7ACD-044F-A481-FFA43CEC20A9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BFBEF3-36A1-4540-A1B8-E23336A3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8B528-1BB5-594D-8B88-53D2025E2E51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6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BDE3-6D71-4945-8ECB-00A633856892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CCF6D3F-2DB0-5A40-AB41-1B094915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20436-88A4-F34A-AA50-F7E1B7CC2DF7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1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817D-7DBA-AE4D-88BF-7DFB8158B1A4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D342E5-6ECB-0247-9417-53A1159E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1C809-4D9B-CF4D-8188-577F62601D0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5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17619-EBC9-7E44-BCEF-45CBD6ECFB5B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3324EF-E2A8-B34E-AC17-904C2D5A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283924-CC82-3349-AEF5-3F1AD4098375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6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658EF-6BB8-B74F-BD57-58AD77B53F8B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67B7D-A638-394A-9097-E30EDC166908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1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E12C5-6E72-1840-82C5-5B1D7F7DB3F0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10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F214D-1FB2-2B4B-A241-D2BF9E21497B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50866A-CD1D-5046-BE5B-CD7ADA17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0A0FB-A5E2-1643-BA2E-37E6122D8B8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512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1C515-B2B7-4D41-80F9-AE90BFA6EDBB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AB183-1B48-934C-9639-EE56991AA729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6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C848-0707-CB4E-B4BC-1E78174B0EFD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044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92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61DC2-1673-C345-A409-B1B8575AAFA6}" type="datetime1">
              <a:rPr lang="en-US" altLang="zh-CN" smtClean="0"/>
              <a:t>10/17/2024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BF9A1D82-A967-4BC1-A576-AD1CE0B149C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FC8DF-D84E-5A44-A2B8-C86E8B63E04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2912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0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707F-1C8A-FF46-A8F8-C122BD9D8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编程作业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E9F4-4CB7-014B-870A-37E0E365E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>
            <a:normAutofit/>
          </a:bodyPr>
          <a:lstStyle/>
          <a:p>
            <a:r>
              <a:rPr lang="zh-CN" altLang="en-US" dirty="0"/>
              <a:t>用编程语言实现以下</a:t>
            </a:r>
            <a:r>
              <a:rPr lang="en-US" altLang="zh-CN" dirty="0"/>
              <a:t>4</a:t>
            </a:r>
            <a:r>
              <a:rPr lang="zh-CN" altLang="en-US" dirty="0"/>
              <a:t>个算法，并在教学云平台提交源代码和相关实验报告。</a:t>
            </a:r>
            <a:endParaRPr lang="en-US" altLang="zh-CN" dirty="0"/>
          </a:p>
          <a:p>
            <a:pPr lvl="1"/>
            <a:r>
              <a:rPr lang="zh-CN" altLang="en-US" dirty="0"/>
              <a:t>归并排序 （迭代实现）</a:t>
            </a:r>
            <a:endParaRPr lang="en-US" altLang="zh-CN" dirty="0"/>
          </a:p>
          <a:p>
            <a:pPr lvl="1"/>
            <a:r>
              <a:rPr lang="zh-CN" altLang="en-US" dirty="0"/>
              <a:t>快速排序</a:t>
            </a:r>
            <a:endParaRPr lang="en-US" altLang="zh-CN" dirty="0"/>
          </a:p>
          <a:p>
            <a:pPr lvl="1"/>
            <a:r>
              <a:rPr lang="zh-CN" altLang="en-US" dirty="0"/>
              <a:t>线性时间选择算法</a:t>
            </a:r>
            <a:endParaRPr lang="en-US" altLang="zh-CN" dirty="0"/>
          </a:p>
          <a:p>
            <a:pPr lvl="1"/>
            <a:r>
              <a:rPr lang="zh-CN" altLang="en-US" dirty="0"/>
              <a:t>平面最接近点对算法</a:t>
            </a:r>
            <a:endParaRPr lang="en-US" altLang="zh-CN" dirty="0"/>
          </a:p>
          <a:p>
            <a:r>
              <a:rPr lang="zh-CN" altLang="en-US" dirty="0"/>
              <a:t>具体题目描述见教学云平台的</a:t>
            </a:r>
            <a:r>
              <a:rPr lang="en-US" altLang="zh-CN" dirty="0"/>
              <a:t>PDF</a:t>
            </a:r>
            <a:r>
              <a:rPr lang="zh-CN" altLang="en-US" dirty="0"/>
              <a:t>文档</a:t>
            </a:r>
            <a:endParaRPr lang="en-US" altLang="zh-CN" dirty="0"/>
          </a:p>
          <a:p>
            <a:r>
              <a:rPr lang="zh-CN" altLang="en-US" dirty="0"/>
              <a:t>实验报告格式不限，主要记录实现情况、实验心得以及相关的测试结果。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ECE73-D7B2-1C4A-9A7D-2C4BC7A5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D2179-54A3-A84E-A9C9-78F81199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4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83933</TotalTime>
  <Words>70</Words>
  <Application>Microsoft Office PowerPoint</Application>
  <PresentationFormat>全屏显示(4:3)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SimHei</vt:lpstr>
      <vt:lpstr>KaiTi_GB2312</vt:lpstr>
      <vt:lpstr>宋体</vt:lpstr>
      <vt:lpstr>Microsoft YaHei</vt:lpstr>
      <vt:lpstr>Arial</vt:lpstr>
      <vt:lpstr>Calibri</vt:lpstr>
      <vt:lpstr>Consolas</vt:lpstr>
      <vt:lpstr>Times New Roman</vt:lpstr>
      <vt:lpstr>Office Theme</vt:lpstr>
      <vt:lpstr>编程作业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 and Communication Efficient  Graph Processing with Distributed Immutable Vies</dc:title>
  <dc:creator>Rong</dc:creator>
  <cp:lastModifiedBy>Yingxia Shao</cp:lastModifiedBy>
  <cp:revision>2097</cp:revision>
  <cp:lastPrinted>2020-10-15T05:37:49Z</cp:lastPrinted>
  <dcterms:created xsi:type="dcterms:W3CDTF">2014-06-08T07:41:21Z</dcterms:created>
  <dcterms:modified xsi:type="dcterms:W3CDTF">2024-10-17T05:34:30Z</dcterms:modified>
</cp:coreProperties>
</file>